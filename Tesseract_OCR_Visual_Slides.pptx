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Tesseract OCR — Visual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Preprocessing (binarize, deskew, denoise)</a:t>
            </a:r>
          </a:p>
          <a:p>
            <a:r>
              <a:t>2. Page Layout Analysis (find blocks, lines)</a:t>
            </a:r>
          </a:p>
          <a:p>
            <a:r>
              <a:t>3. Line &amp; Word Detection</a:t>
            </a:r>
          </a:p>
          <a:p>
            <a:r>
              <a:t>4. Character Segmentation</a:t>
            </a:r>
          </a:p>
          <a:p>
            <a:r>
              <a:t>5. Character Recognition (LSTM / classifier)</a:t>
            </a:r>
          </a:p>
          <a:p>
            <a:r>
              <a:t>6. Final Text Assembly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Text:</a:t>
            </a:r>
          </a:p>
          <a:p>
            <a:r>
              <a:t>THE QUICK BROWN FOX</a:t>
            </a:r>
          </a:p>
          <a:p>
            <a:r>
              <a:t>JUMPS OVER THE DOG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Line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THE QUICK BROWN FOX ]</a:t>
            </a:r>
          </a:p>
          <a:p>
            <a:r>
              <a:t>[ JUMPS OVER THE DOG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Word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| QUICK | BROWN | FOX</a:t>
            </a:r>
          </a:p>
          <a:p>
            <a:r>
              <a:t>JUMPS | OVER | THE | DOG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Character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 O X → F | O | X</a:t>
            </a:r>
          </a:p>
          <a:p>
            <a:r>
              <a:t>DOG → D | O | 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Character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Segments → Features → LSTM → Characters</a:t>
            </a:r>
          </a:p>
          <a:p>
            <a:r>
              <a:t>Example: F | O | X → 'FOX'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QUICK BROWN FOX</a:t>
            </a:r>
          </a:p>
          <a:p>
            <a:r>
              <a:rPr dirty="0"/>
              <a:t>JUMPS OVER THE DOG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D2AA-63DC-AC6A-43F6-AF10F3EE7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4CD9E-B9E9-4FD1-CC05-DB38CC359C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773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0914B9-143C-2B60-167F-0D7CD24B2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51204"/>
              </p:ext>
            </p:extLst>
          </p:nvPr>
        </p:nvGraphicFramePr>
        <p:xfrm>
          <a:off x="457200" y="1668621"/>
          <a:ext cx="8229600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2119627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2836635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91099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Step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Input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Action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87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1. Thresholding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Color Image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Convert to Binary (Black/White).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63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2. Layout Analysis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Binary Blobs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Find lines, baselines, and word boundaries.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39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3. Recognition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Line/Word Images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LSTM:</a:t>
                      </a:r>
                      <a:r>
                        <a:rPr lang="en-US">
                          <a:effectLst/>
                          <a:latin typeface="Google Sans Text"/>
                        </a:rPr>
                        <a:t> Feed pixel slices to Neural Net.</a:t>
                      </a:r>
                    </a:p>
                    <a:p>
                      <a:pPr>
                        <a:buNone/>
                      </a:pPr>
                      <a:br>
                        <a:rPr lang="en-US">
                          <a:effectLst/>
                          <a:latin typeface="Google Sans Text"/>
                        </a:rPr>
                      </a:br>
                      <a:endParaRPr lang="en-US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Legacy:</a:t>
                      </a:r>
                      <a:r>
                        <a:rPr lang="en-US">
                          <a:effectLst/>
                          <a:latin typeface="Google Sans Text"/>
                        </a:rPr>
                        <a:t> Chop into chars &amp; match features.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73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4. Validation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Raw Characters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Check dictionary to fix typos (e.g., F0X -&gt; FOX).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091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5. Output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Validated Text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Final String generation.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3972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99D106D-0F77-BBF5-4D53-30AA652DE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684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Summary of the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168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E172F6-962F-D159-6195-9D76AB533C4B}"/>
              </a:ext>
            </a:extLst>
          </p:cNvPr>
          <p:cNvSpPr txBox="1"/>
          <p:nvPr/>
        </p:nvSpPr>
        <p:spPr>
          <a:xfrm>
            <a:off x="2286000" y="2692794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“Vision-Language Models cut an image into many small patches, convert each patch into a token, process them like a sequence, and then the LLM reconstructs the text from the global pattern across all tokens.”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399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25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281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Google Sans</vt:lpstr>
      <vt:lpstr>Google Sans Text</vt:lpstr>
      <vt:lpstr>Office Theme</vt:lpstr>
      <vt:lpstr>Tesseract OCR — Visual Explanation</vt:lpstr>
      <vt:lpstr>Sample Input Image</vt:lpstr>
      <vt:lpstr>Step 1: Line Detection</vt:lpstr>
      <vt:lpstr>Step 2: Word Segmentation</vt:lpstr>
      <vt:lpstr>Step 3: Character Segmentation</vt:lpstr>
      <vt:lpstr>Step 4: Character Recognition</vt:lpstr>
      <vt:lpstr>Final Output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 bangera</cp:lastModifiedBy>
  <cp:revision>2</cp:revision>
  <dcterms:created xsi:type="dcterms:W3CDTF">2013-01-27T09:14:16Z</dcterms:created>
  <dcterms:modified xsi:type="dcterms:W3CDTF">2025-12-11T13:45:12Z</dcterms:modified>
  <cp:category/>
</cp:coreProperties>
</file>