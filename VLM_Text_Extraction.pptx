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How VLMs Extract Text from Images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Pixels to Predictions – An End-to-End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Core Concept: It's Not Reading, It's Translation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Traditional OCR (Optical Character Recognition) is Pattern Matching.</a:t>
            </a:r>
          </a:p>
          <a:p>
            <a:pPr>
              <a:defRPr sz="2000"/>
            </a:pPr>
            <a:r>
              <a:t>VLMs (Vision-Language Models) treat the image as a foreign language.</a:t>
            </a:r>
          </a:p>
          <a:p>
            <a:pPr>
              <a:defRPr sz="2000"/>
            </a:pPr>
            <a:r>
              <a:t>Key Difference: It *translates* the visual language into a textual language.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Example Input: 'SPEED LIMIT 25'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We will track the extraction process for a simple sign.</a:t>
            </a:r>
          </a:p>
          <a:p>
            <a:pPr>
              <a:defRPr sz="2000"/>
            </a:pPr>
            <a:r>
              <a:t>Visual: A road sign reading 'SPEED LIMIT 25'.</a:t>
            </a:r>
          </a:p>
          <a:p>
            <a:pPr>
              <a:defRPr sz="2000"/>
            </a:pPr>
            <a:r>
              <a:t>Goal: The model must correctly output the text 'SPEED'.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The 'Eyes' (Vision Encoder)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Patching: The image is cut into a grid of tiny squares (patches).</a:t>
            </a:r>
          </a:p>
          <a:p>
            <a:pPr>
              <a:defRPr sz="2000"/>
            </a:pPr>
            <a:r>
              <a:t>Flattening: Each patch is converted into a numerical vector (list of numbers).</a:t>
            </a:r>
          </a:p>
          <a:p>
            <a:pPr>
              <a:defRPr sz="2000"/>
            </a:pPr>
            <a:r>
              <a:t>Insight: The model only sees vectors representing visual features (curved line, black color, etc.), not letters.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The 'Bridge' (Alignment)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Purpose: To connect the Vision Encoder (pixels/math) to the Language Decoder (words/concepts).</a:t>
            </a:r>
          </a:p>
          <a:p>
            <a:pPr>
              <a:defRPr sz="2000"/>
            </a:pPr>
            <a:r>
              <a:t>The Bridge (Projector) translates the visual vectors into text-compatible token embeddings.</a:t>
            </a:r>
          </a:p>
          <a:p>
            <a:pPr>
              <a:defRPr sz="2000"/>
            </a:pPr>
            <a:r>
              <a:t>Translation: The vector for the 'S-shape' is mapped to the *concept* of the letter 'S' in the LLM's vocabulary.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The 'Brain' (Autoregressive Prediction)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This is the **Autoregressive Generation** step.</a:t>
            </a:r>
          </a:p>
          <a:p>
            <a:pPr>
              <a:defRPr sz="2000"/>
            </a:pPr>
            <a:r>
              <a:t>The model plays 'Guess the Next Token' based on the visual input and previously generated text.</a:t>
            </a:r>
          </a:p>
          <a:p>
            <a:pPr>
              <a:defRPr sz="2000"/>
            </a:pPr>
            <a:r>
              <a:t>Analogy: Advanced smartphone Autocomplete using an image as the context.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Generating 'SPEED' Token by Token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Step 1 (Input: Visual Start) -&gt; Prediction: S</a:t>
            </a:r>
          </a:p>
          <a:p>
            <a:pPr>
              <a:defRPr sz="2000"/>
            </a:pPr>
            <a:r>
              <a:t>Step 2 (Input: Visual + 'S') -&gt; Prediction: P</a:t>
            </a:r>
          </a:p>
          <a:p>
            <a:pPr>
              <a:defRPr sz="2000"/>
            </a:pPr>
            <a:r>
              <a:t>Step 3 (Input: Visual + 'SP') -&gt; Prediction: E</a:t>
            </a:r>
          </a:p>
          <a:p>
            <a:pPr>
              <a:defRPr sz="2000"/>
            </a:pPr>
            <a:r>
              <a:t>Step 4 (Input: Visual + 'SPE') -&gt; Prediction: E</a:t>
            </a:r>
          </a:p>
          <a:p>
            <a:pPr>
              <a:defRPr sz="2000"/>
            </a:pPr>
            <a:r>
              <a:t>Step 5 (Input: Visual + 'SPEE') -&gt; Prediction: D</a:t>
            </a:r>
          </a:p>
          <a:p>
            <a:pPr>
              <a:defRPr sz="2000"/>
            </a:pPr>
            <a:r>
              <a:t>Final Output: The model generates the entire word 'SPEED' based on the continuous visual and textual context.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Power of Prediction: Context Over Pixels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Scenario: The 'E' is dirty and blurry.</a:t>
            </a:r>
          </a:p>
          <a:p>
            <a:pPr>
              <a:defRPr sz="2000"/>
            </a:pPr>
            <a:r>
              <a:t>Traditional OCR: Sees a smudge -&gt; Fails or outputs 'SPFED'.</a:t>
            </a:r>
          </a:p>
          <a:p>
            <a:pPr>
              <a:defRPr sz="2000"/>
            </a:pPr>
            <a:r>
              <a:t>VLM: Sees 'SP...' and knows 'SPEED' is a common word in this visual context.</a:t>
            </a:r>
          </a:p>
          <a:p>
            <a:pPr>
              <a:defRPr sz="2000" b="1"/>
            </a:pPr>
            <a:r>
              <a:t>Result: VLM predicts 'E' because it uses semantic *context* to fix visual errors.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Summary: The End-to-End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VLMs don't just extract characters; they generate full, contextually accurate text.</a:t>
            </a:r>
          </a:p>
          <a:p>
            <a:pPr>
              <a:defRPr sz="2000"/>
            </a:pPr>
            <a:r>
              <a:t>This end-to-end approach (Image $_x000D_ightarrow$ Encoder $_x000D_ightarrow$ Decoder) handles complex layouts, tables, and poor quality images better than traditional methods.</a:t>
            </a:r>
          </a:p>
          <a:p>
            <a:pPr>
              <a:defRPr sz="2000"/>
            </a:pPr>
            <a:r>
              <a:t>This is the foundation for models like GPT-4V, Donut, and TrOCR.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